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685800" y="941832"/>
            <a:ext cx="108356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97280" y="1417320"/>
            <a:ext cx="9966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100" b="1">
                <a:solidFill>
                  <a:srgbClr val="122A42"/>
                </a:solidFill>
                <a:latin typeface="Aptos Display"/>
              </a:defRPr>
            </a:pPr>
            <a:r>
              <a:rPr dirty="0"/>
              <a:t>Carbon Emission Prediction</a:t>
            </a:r>
            <a:br>
              <a:rPr dirty="0"/>
            </a:br>
            <a:r>
              <a:rPr dirty="0"/>
              <a:t>Using Elastic Net Regression with Feature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71800"/>
            <a:ext cx="9418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37D5A"/>
                </a:solidFill>
                <a:latin typeface="Aptos"/>
              </a:defRPr>
            </a:pPr>
            <a:r>
              <a:rPr dirty="0"/>
              <a:t>ABSTRACT REVIEW • A.Y.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3657600"/>
            <a:ext cx="8321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232D34"/>
                </a:solidFill>
                <a:latin typeface="Aptos"/>
              </a:defRPr>
            </a:pPr>
            <a:r>
              <a:rPr dirty="0"/>
              <a:t>N. </a:t>
            </a:r>
            <a:r>
              <a:rPr dirty="0" err="1"/>
              <a:t>SaiNath</a:t>
            </a:r>
            <a:r>
              <a:t> Reddy — 2520090115</a:t>
            </a:r>
          </a:p>
          <a:p>
            <a:pPr algn="ctr">
              <a:defRPr sz="1700" b="1">
                <a:solidFill>
                  <a:srgbClr val="232D34"/>
                </a:solidFill>
                <a:latin typeface="Aptos"/>
              </a:defRPr>
            </a:pPr>
            <a:r>
              <a:t>T. Sai krishna — 2520090156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892040"/>
            <a:ext cx="8503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5C6970"/>
                </a:solidFill>
                <a:latin typeface="Aptos"/>
              </a:defRPr>
            </a:pPr>
            <a:r>
              <a:t>Guide: Dyuthi Banerjee, Assistant Professor, CS&amp;IT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881360" cy="13716"/>
          </a:xfrm>
          <a:prstGeom prst="rect">
            <a:avLst/>
          </a:prstGeom>
          <a:solidFill>
            <a:srgbClr val="D2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649224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970"/>
                </a:solidFill>
                <a:latin typeface="Aptos"/>
              </a:defRPr>
            </a:pPr>
            <a:r>
              <a:t>Machine Learning • Abstract Review    |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A42"/>
                </a:solidFill>
                <a:latin typeface="Aptos Display"/>
              </a:defRPr>
            </a:pPr>
            <a:r>
              <a:rPr dirty="0"/>
              <a:t>2. 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970"/>
                </a:solidFill>
                <a:latin typeface="Aptos"/>
              </a:defRPr>
            </a:pPr>
            <a:r>
              <a:rPr dirty="0"/>
              <a:t>Project overview and proposed machine-learning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rPr dirty="0"/>
              <a:t>• The project predicts carbon emissions using Elastic Net Regression with Feature Scaling.</a:t>
            </a:r>
          </a:p>
          <a:p>
            <a:pPr>
              <a:spcAft>
                <a:spcPts val="12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rPr dirty="0"/>
              <a:t>• Input factors include energy consumption, industrial production, transportation activity, population growth, GDP, renewable-energy usage, and other environmental indicators.</a:t>
            </a:r>
          </a:p>
          <a:p>
            <a:pPr>
              <a:spcAft>
                <a:spcPts val="12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rPr dirty="0"/>
              <a:t>• Elastic Net combines L1 (Lasso) and L2 (Ridge) regularization to handle multicollinearity while supporting feature selection.</a:t>
            </a:r>
          </a:p>
          <a:p>
            <a:pPr>
              <a:spcAft>
                <a:spcPts val="12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rPr dirty="0"/>
              <a:t>• Standardization is applied so variables with different numerical magnitudes contribute fairly during model training.</a:t>
            </a:r>
          </a:p>
          <a:p>
            <a:pPr>
              <a:spcAft>
                <a:spcPts val="12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rPr dirty="0"/>
              <a:t>• The workflow includes preprocessing, missing-value handling, encoding when required, train-test splitting, model training, cross-validation, and evaluation.</a:t>
            </a:r>
          </a:p>
          <a:p>
            <a:pPr>
              <a:spcAft>
                <a:spcPts val="12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rPr dirty="0"/>
              <a:t>• Performance is evaluated using R² Score, MAE, and RMSE to assess prediction quality and stability.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881360" cy="13716"/>
          </a:xfrm>
          <a:prstGeom prst="rect">
            <a:avLst/>
          </a:prstGeom>
          <a:solidFill>
            <a:srgbClr val="D2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58368" y="649224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970"/>
                </a:solidFill>
                <a:latin typeface="Aptos"/>
              </a:defRPr>
            </a:pPr>
            <a:r>
              <a:rPr dirty="0"/>
              <a:t>Machine Learning • Abstract Review    |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A42"/>
                </a:solidFill>
                <a:latin typeface="Aptos Display"/>
              </a:defRPr>
            </a:pPr>
            <a:r>
              <a:rPr dirty="0"/>
              <a:t>3.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970"/>
                </a:solidFill>
                <a:latin typeface="Aptos"/>
              </a:defRPr>
            </a:pPr>
            <a:r>
              <a:rPr dirty="0"/>
              <a:t>Why carbon-emission prediction needs a data-driven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09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rPr dirty="0"/>
              <a:t>• Climate change is a major global concern, with CO₂ emissions contributing significantly to global warming.</a:t>
            </a:r>
          </a:p>
          <a:p>
            <a:pPr>
              <a:spcAft>
                <a:spcPts val="12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rPr dirty="0"/>
              <a:t>• Governments and industries need reliable forecasts to plan emission-reduction and sustainable-development strategies.</a:t>
            </a:r>
          </a:p>
          <a:p>
            <a:pPr>
              <a:spcAft>
                <a:spcPts val="12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rPr dirty="0"/>
              <a:t>• Carbon emissions are influenced by interconnected factors such as industrial activity, fossil-fuel consumption, transportation, economic growth, energy production, and renewable-energy adoption.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09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rPr dirty="0"/>
              <a:t>• Strong correlations among these variables can make conventional regression models unstable.</a:t>
            </a:r>
          </a:p>
          <a:p>
            <a:pPr>
              <a:spcAft>
                <a:spcPts val="12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rPr dirty="0"/>
              <a:t>• Elastic Net is suitable because it combines the strengths of Ridge and Lasso regression.</a:t>
            </a:r>
          </a:p>
          <a:p>
            <a:pPr>
              <a:spcAft>
                <a:spcPts val="12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rPr dirty="0"/>
              <a:t>• The project applies </a:t>
            </a:r>
            <a:r>
              <a:rPr dirty="0" err="1"/>
              <a:t>StandardScaler</a:t>
            </a:r>
            <a:r>
              <a:rPr dirty="0"/>
              <a:t> before training to improve convergence and prediction performance.</a:t>
            </a:r>
          </a:p>
          <a:p>
            <a:pPr>
              <a:spcAft>
                <a:spcPts val="12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rPr dirty="0"/>
              <a:t>• Objective: build and evaluate an accurate, reliable carbon-emission prediction model.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10881360" cy="13716"/>
          </a:xfrm>
          <a:prstGeom prst="rect">
            <a:avLst/>
          </a:prstGeom>
          <a:solidFill>
            <a:srgbClr val="D2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649224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970"/>
                </a:solidFill>
                <a:latin typeface="Aptos"/>
              </a:defRPr>
            </a:pPr>
            <a:r>
              <a:t>Machine Learning • Abstract Review    |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A42"/>
                </a:solidFill>
                <a:latin typeface="Aptos Display"/>
              </a:defRPr>
            </a:pPr>
            <a:r>
              <a:t>4. Software &amp; Hardware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970"/>
                </a:solidFill>
                <a:latin typeface="Aptos"/>
              </a:defRPr>
            </a:pPr>
            <a:r>
              <a:t>Tools and computing resources required for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3035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6420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37D5A"/>
                </a:solidFill>
                <a:latin typeface="Aptos Display"/>
              </a:defRPr>
            </a:pPr>
            <a:r>
              <a:t>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>
                <a:solidFill>
                  <a:srgbClr val="232D34"/>
                </a:solidFill>
                <a:latin typeface="Aptos"/>
              </a:defRPr>
            </a:pPr>
            <a:r>
              <a:t>• Operating System: Windows 10/11, Linux, or macOS</a:t>
            </a:r>
          </a:p>
          <a:p>
            <a:pPr>
              <a:spcAft>
                <a:spcPts val="1200"/>
              </a:spcAft>
              <a:defRPr sz="1350">
                <a:solidFill>
                  <a:srgbClr val="232D34"/>
                </a:solidFill>
                <a:latin typeface="Aptos"/>
              </a:defRPr>
            </a:pPr>
            <a:r>
              <a:t>• Python 3.8 or above</a:t>
            </a:r>
          </a:p>
          <a:p>
            <a:pPr>
              <a:spcAft>
                <a:spcPts val="1200"/>
              </a:spcAft>
              <a:defRPr sz="1350">
                <a:solidFill>
                  <a:srgbClr val="232D34"/>
                </a:solidFill>
                <a:latin typeface="Aptos"/>
              </a:defRPr>
            </a:pPr>
            <a:r>
              <a:t>• Jupyter Notebook, Google Colab, or Visual Studio Code</a:t>
            </a:r>
          </a:p>
          <a:p>
            <a:pPr>
              <a:spcAft>
                <a:spcPts val="1200"/>
              </a:spcAft>
              <a:defRPr sz="1350">
                <a:solidFill>
                  <a:srgbClr val="232D34"/>
                </a:solidFill>
                <a:latin typeface="Aptos"/>
              </a:defRPr>
            </a:pPr>
            <a:r>
              <a:t>• NumPy, Pandas, Scikit-learn, Matplotlib, Seaborn</a:t>
            </a:r>
          </a:p>
          <a:p>
            <a:pPr>
              <a:spcAft>
                <a:spcPts val="1200"/>
              </a:spcAft>
              <a:defRPr sz="1350">
                <a:solidFill>
                  <a:srgbClr val="232D34"/>
                </a:solidFill>
                <a:latin typeface="Aptos"/>
              </a:defRPr>
            </a:pPr>
            <a:r>
              <a:t>• Algorithm: Elastic Net Regression</a:t>
            </a:r>
          </a:p>
          <a:p>
            <a:pPr>
              <a:spcAft>
                <a:spcPts val="1200"/>
              </a:spcAft>
              <a:defRPr sz="1350">
                <a:solidFill>
                  <a:srgbClr val="232D34"/>
                </a:solidFill>
                <a:latin typeface="Aptos"/>
              </a:defRPr>
            </a:pPr>
            <a:r>
              <a:t>• Feature Scaling: StandardScaler</a:t>
            </a:r>
          </a:p>
          <a:p>
            <a:pPr>
              <a:spcAft>
                <a:spcPts val="1200"/>
              </a:spcAft>
              <a:defRPr sz="1350">
                <a:solidFill>
                  <a:srgbClr val="232D34"/>
                </a:solidFill>
                <a:latin typeface="Aptos"/>
              </a:defRPr>
            </a:pPr>
            <a:r>
              <a:t>• Version Control: Git and GitHub</a:t>
            </a:r>
          </a:p>
          <a:p>
            <a:pPr>
              <a:spcAft>
                <a:spcPts val="1200"/>
              </a:spcAft>
              <a:defRPr sz="1350">
                <a:solidFill>
                  <a:srgbClr val="232D34"/>
                </a:solidFill>
                <a:latin typeface="Aptos"/>
              </a:defRPr>
            </a:pPr>
            <a:r>
              <a:t>• Documentation: Microsoft Word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66420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37D5A"/>
                </a:solidFill>
                <a:latin typeface="Aptos Display"/>
              </a:defRPr>
            </a:pPr>
            <a:r>
              <a:t>HARDWARE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• Standard laptop or desktop computer</a:t>
            </a:r>
          </a:p>
          <a:p>
            <a:pPr>
              <a:spcAft>
                <a:spcPts val="12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• Minimum RAM: 4 GB</a:t>
            </a:r>
          </a:p>
          <a:p>
            <a:pPr>
              <a:spcAft>
                <a:spcPts val="12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• Recommended RAM: 8 GB</a:t>
            </a:r>
          </a:p>
          <a:p>
            <a:pPr>
              <a:spcAft>
                <a:spcPts val="12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• Sufficient storage for the dataset, Python environment, notebooks, and project files</a:t>
            </a:r>
          </a:p>
          <a:p>
            <a:pPr>
              <a:spcAft>
                <a:spcPts val="12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• Internet connection is useful for Google Colab, package installation, GitHub, and dataset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525780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C6970"/>
                </a:solidFill>
                <a:latin typeface="Aptos"/>
              </a:defRPr>
            </a:pPr>
            <a:r>
              <a:t>Source: Project abstract/report, page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881360" cy="13716"/>
          </a:xfrm>
          <a:prstGeom prst="rect">
            <a:avLst/>
          </a:prstGeom>
          <a:solidFill>
            <a:srgbClr val="D2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649224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970"/>
                </a:solidFill>
                <a:latin typeface="Aptos"/>
              </a:defRPr>
            </a:pPr>
            <a:r>
              <a:t>Machine Learning • Abstract Review    |   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462</Words>
  <Application>Microsoft Office PowerPoint</Application>
  <PresentationFormat>Widescreen</PresentationFormat>
  <Paragraphs>44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nath reddy</cp:lastModifiedBy>
  <cp:revision>2</cp:revision>
  <dcterms:created xsi:type="dcterms:W3CDTF">2013-01-27T09:14:16Z</dcterms:created>
  <dcterms:modified xsi:type="dcterms:W3CDTF">2026-08-17T04:48:41Z</dcterms:modified>
  <cp:category/>
</cp:coreProperties>
</file>